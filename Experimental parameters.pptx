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5/10/relationships/revisionInfo" Target="revisionInfo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A89BF4E-505E-45F6-AE80-730B127CB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01C7EF80-A25F-45F4-8D16-FD684C05C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7808EE4-8397-437E-B207-4FD9B7D0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9E62106D-A939-4E1F-A027-DAA58A83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E1E30BC4-AB02-4562-8BF9-98A34541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0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D8FADAD-8D61-4F9B-A135-A6ACC254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94450C9-78DE-4516-AC80-2F17AABFA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393A299-C3A4-40F9-8EF4-7FF4C2A4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54611E3-484B-4387-BBAA-8610491C2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B519F8B-98DF-4C04-B654-A30676AA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7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E3A9F70-3316-4DC9-9DD7-ED4D74CE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87E0B40E-E7BE-43EF-9B72-CB6819AE4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4FFD4F5-BB4A-4A31-9007-92CEBACE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5CCEC407-A2A4-40A2-A102-AE59CF9C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27637F3-8735-44C3-A2F9-AF9AF616A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9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2AC85BA-13CA-4ADD-BB86-EF765D3B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552CF81-D857-412F-83A1-6F8081AA4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5246B337-711B-4FDF-ADD4-9718937E1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1DF8FC8D-7767-488F-A3D0-022CB8BFF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2719A75-47EC-4488-B15C-5185B5B0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042DDF71-5C91-47D8-9AC0-8DC27D0C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29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3C80AB9-F488-41DA-9E8A-CE2062F5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7AA8B62-39AC-4048-AA9D-67EEF9CC5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BA2532B6-759C-4081-BFE0-B4824F43C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200BE03D-0742-4F46-8EDC-07C043126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1DA7CB55-D446-4C65-9A8D-D5AF21EBD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45DAC37B-DE49-467C-9459-794F1A3E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BBD6EFC1-E9DA-4081-A25F-182D711E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70CD2D39-17F0-4B44-981B-B7860654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02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33A6E73-A53F-49BE-ADAE-2556BAF4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407BF44F-B4F3-4686-846A-562D468A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16EA64DA-A5DD-4AE3-8A37-8E76FD64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B4A3F995-5C9C-4477-9658-BB9D8A10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73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B9A56A9C-1863-4A4E-A7EF-E17293378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0A562FA0-1709-4E4E-B44F-620F5739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CED877F-07A4-435E-91DB-3BF84C31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66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F7765A2-4EEE-46D0-B593-7405E84D6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76E5A3A-B567-4EF2-BF39-924C227DB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F59D4266-B981-47AC-96A1-468A43C22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917E4964-FD21-422D-987B-69AF0A95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93361C7D-598E-47E0-8341-AB72676A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FF372342-3626-4D28-8497-EAF41287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72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249BBF-082F-44F7-81E1-79A2F589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7AB6C6E9-1CE9-4898-BBD0-B8B1A0BB9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9B873F87-9351-41BE-B6EF-39EC4DDBE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CFADEC9-C4AF-4257-819E-FCF1078A2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D473CAD8-442F-4664-B915-C79204EC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8862AF06-AB3D-47EB-973E-EE046998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74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407A6F5-FCCC-4D30-9007-2C12810A1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C3DC93D5-A1C4-4310-96D1-C752C84AA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2972017-49E7-4B21-8FE8-3720B05B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914AFB1-4347-43F7-92E2-8DA53353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C4D4781-B82B-48C5-BAFC-6D4AB1CA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7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F2961569-5794-4260-8EE0-C35A1C14A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5ABA6D53-A8BE-4216-8780-548F54070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9E8F7B5-AF6A-4ECA-92EC-68732A4F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62E852F0-4643-4796-944C-4C26565B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75401402-011C-41E7-A0B1-252B1518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62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3DA5C14C-C87B-4090-A908-9047C591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A9F1E01-2531-4754-95DD-341D54094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DDFEB57-3A93-4C22-8FB6-22447C632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FF109-95C9-4D6B-94AD-98D531403A7F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3497804-6FFA-4A00-B0C4-FFA06D954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E7BC1B9-A1A9-4C81-B59F-0E9699A60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379DB-6341-4875-8E38-AB8DCF329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38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Relationship Id="rId9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1B65D74-3CD0-48ED-9F53-EF3AF236AA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Experimental parameters:</a:t>
            </a:r>
            <a:br>
              <a:rPr lang="en-US" altLang="zh-CN" dirty="0"/>
            </a:br>
            <a:r>
              <a:rPr lang="en-US" altLang="zh-CN" dirty="0" smtClean="0"/>
              <a:t>ferromagnetic </a:t>
            </a:r>
            <a:r>
              <a:rPr lang="en-US" altLang="zh-CN" dirty="0"/>
              <a:t>colloid under magnetic field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BA264193-0F32-4755-A2BA-0DB6FDCC8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888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033C686-D21E-4B38-807C-D35D709C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F12D3CA9-7A49-4883-B1A8-49520D72C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Magnetic particle</a:t>
            </a:r>
          </a:p>
          <a:p>
            <a:pPr lvl="1"/>
            <a:r>
              <a:rPr lang="en-US" altLang="zh-CN" dirty="0"/>
              <a:t>Size and number (initial </a:t>
            </a:r>
            <a:r>
              <a:rPr lang="en-US" altLang="zh-CN" dirty="0"/>
              <a:t>configuration, Why not forming a chain at the </a:t>
            </a:r>
            <a:r>
              <a:rPr lang="en-US" altLang="zh-CN" dirty="0" smtClean="0"/>
              <a:t>beginning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pPr lvl="1"/>
            <a:r>
              <a:rPr lang="en-US" altLang="zh-CN" dirty="0"/>
              <a:t>Magnetic moment, amplitude</a:t>
            </a:r>
          </a:p>
          <a:p>
            <a:r>
              <a:rPr lang="en-US" altLang="zh-CN" dirty="0"/>
              <a:t>Magnetic field, </a:t>
            </a:r>
          </a:p>
          <a:p>
            <a:pPr lvl="1"/>
            <a:r>
              <a:rPr lang="en-US" altLang="zh-CN" dirty="0"/>
              <a:t>rotating frequency, (</a:t>
            </a:r>
            <a:r>
              <a:rPr lang="en-US" altLang="zh-CN" dirty="0" err="1"/>
              <a:t>x,y,z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Magnitude</a:t>
            </a:r>
          </a:p>
          <a:p>
            <a:r>
              <a:rPr lang="en-US" altLang="zh-CN" dirty="0"/>
              <a:t>Liquid</a:t>
            </a:r>
          </a:p>
          <a:p>
            <a:pPr lvl="1"/>
            <a:r>
              <a:rPr lang="en-US" altLang="zh-CN" dirty="0"/>
              <a:t>Viscosity</a:t>
            </a:r>
            <a:r>
              <a:rPr lang="en-US" altLang="zh-CN"/>
              <a:t>, </a:t>
            </a:r>
            <a:r>
              <a:rPr lang="en-US" altLang="zh-CN" smtClean="0"/>
              <a:t>Reynolds number</a:t>
            </a:r>
            <a:endParaRPr lang="en-US" altLang="zh-CN" dirty="0"/>
          </a:p>
          <a:p>
            <a:r>
              <a:rPr lang="en-US" altLang="zh-CN" dirty="0"/>
              <a:t>How to control the mode (Amplitude, frequency)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497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/>
              <a:t>Self assembly-variable fields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5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307850"/>
              </p:ext>
            </p:extLst>
          </p:nvPr>
        </p:nvGraphicFramePr>
        <p:xfrm>
          <a:off x="6634766" y="2355056"/>
          <a:ext cx="1828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3" imgW="761669" imgH="241195" progId="Equation.3">
                  <p:embed/>
                </p:oleObj>
              </mc:Choice>
              <mc:Fallback>
                <p:oleObj r:id="rId3" imgW="761669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766" y="2355056"/>
                        <a:ext cx="1828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843651"/>
              </p:ext>
            </p:extLst>
          </p:nvPr>
        </p:nvGraphicFramePr>
        <p:xfrm>
          <a:off x="6634766" y="3105944"/>
          <a:ext cx="2286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5" imgW="1079032" imgH="304668" progId="Equation.3">
                  <p:embed/>
                </p:oleObj>
              </mc:Choice>
              <mc:Fallback>
                <p:oleObj r:id="rId5" imgW="1079032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766" y="3105944"/>
                        <a:ext cx="22860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70100"/>
            <a:ext cx="3794125" cy="288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262014"/>
              </p:ext>
            </p:extLst>
          </p:nvPr>
        </p:nvGraphicFramePr>
        <p:xfrm>
          <a:off x="6634766" y="3952081"/>
          <a:ext cx="21939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r:id="rId8" imgW="965200" imgH="241300" progId="Equation.3">
                  <p:embed/>
                </p:oleObj>
              </mc:Choice>
              <mc:Fallback>
                <p:oleObj r:id="rId8" imgW="9652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766" y="3952081"/>
                        <a:ext cx="21939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Oval 1039"/>
          <p:cNvSpPr>
            <a:spLocks noChangeArrowheads="1"/>
          </p:cNvSpPr>
          <p:nvPr/>
        </p:nvSpPr>
        <p:spPr bwMode="auto">
          <a:xfrm>
            <a:off x="914400" y="5105400"/>
            <a:ext cx="2540000" cy="790575"/>
          </a:xfrm>
          <a:prstGeom prst="ellipse">
            <a:avLst/>
          </a:prstGeom>
          <a:noFill/>
          <a:ln w="25400">
            <a:solidFill>
              <a:srgbClr val="063DE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64" tIns="45632" rIns="91264" bIns="45632" anchor="ctr"/>
          <a:lstStyle>
            <a:lvl1pPr eaLnBrk="0" hangingPunct="0">
              <a:spcBef>
                <a:spcPct val="20000"/>
              </a:spcBef>
              <a:buClr>
                <a:srgbClr val="FD7347"/>
              </a:buClr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D7347"/>
              </a:buClr>
              <a:buChar char="•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Line 1040"/>
          <p:cNvSpPr>
            <a:spLocks noChangeShapeType="1"/>
          </p:cNvSpPr>
          <p:nvPr/>
        </p:nvSpPr>
        <p:spPr bwMode="auto">
          <a:xfrm>
            <a:off x="2235200" y="5527675"/>
            <a:ext cx="1219200" cy="0"/>
          </a:xfrm>
          <a:prstGeom prst="line">
            <a:avLst/>
          </a:prstGeom>
          <a:noFill/>
          <a:ln w="25400">
            <a:solidFill>
              <a:srgbClr val="06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64" tIns="45632" rIns="91264" bIns="45632" anchor="ctr"/>
          <a:lstStyle/>
          <a:p>
            <a:endParaRPr lang="zh-CN" altLang="en-US"/>
          </a:p>
        </p:txBody>
      </p:sp>
      <p:sp>
        <p:nvSpPr>
          <p:cNvPr id="11" name="Line 1041"/>
          <p:cNvSpPr>
            <a:spLocks noChangeShapeType="1"/>
          </p:cNvSpPr>
          <p:nvPr/>
        </p:nvSpPr>
        <p:spPr bwMode="auto">
          <a:xfrm flipV="1">
            <a:off x="2235200" y="5105400"/>
            <a:ext cx="1588" cy="422275"/>
          </a:xfrm>
          <a:prstGeom prst="line">
            <a:avLst/>
          </a:prstGeom>
          <a:noFill/>
          <a:ln w="25400">
            <a:solidFill>
              <a:srgbClr val="06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64" tIns="45632" rIns="91264" bIns="45632" anchor="ctr"/>
          <a:lstStyle/>
          <a:p>
            <a:endParaRPr lang="zh-CN" altLang="en-US"/>
          </a:p>
        </p:txBody>
      </p:sp>
      <p:sp>
        <p:nvSpPr>
          <p:cNvPr id="12" name="Rectangle 1042"/>
          <p:cNvSpPr>
            <a:spLocks noChangeArrowheads="1"/>
          </p:cNvSpPr>
          <p:nvPr/>
        </p:nvSpPr>
        <p:spPr bwMode="auto">
          <a:xfrm>
            <a:off x="2438400" y="5486400"/>
            <a:ext cx="4460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63DE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64" tIns="45632" rIns="91264" bIns="45632">
            <a:spAutoFit/>
          </a:bodyPr>
          <a:lstStyle>
            <a:lvl1pPr eaLnBrk="0" hangingPunct="0">
              <a:spcBef>
                <a:spcPct val="20000"/>
              </a:spcBef>
              <a:buClr>
                <a:srgbClr val="FD7347"/>
              </a:buClr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D7347"/>
              </a:buClr>
              <a:buChar char="•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en-US" sz="2000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en-GB" altLang="en-US" sz="2000" i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Rectangle 1043"/>
          <p:cNvSpPr>
            <a:spLocks noChangeArrowheads="1"/>
          </p:cNvSpPr>
          <p:nvPr/>
        </p:nvSpPr>
        <p:spPr bwMode="auto">
          <a:xfrm>
            <a:off x="1600200" y="5105400"/>
            <a:ext cx="7556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63DE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264" tIns="45632" rIns="91264" bIns="45632">
            <a:spAutoFit/>
          </a:bodyPr>
          <a:lstStyle>
            <a:lvl1pPr eaLnBrk="0" hangingPunct="0">
              <a:spcBef>
                <a:spcPct val="20000"/>
              </a:spcBef>
              <a:buClr>
                <a:srgbClr val="FD7347"/>
              </a:buClr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D7347"/>
              </a:buClr>
              <a:buChar char="•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en-US" altLang="en-US" sz="2000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endParaRPr lang="en-GB" altLang="en-US" sz="2000" i="1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1044"/>
          <p:cNvSpPr txBox="1">
            <a:spLocks noChangeArrowheads="1"/>
          </p:cNvSpPr>
          <p:nvPr/>
        </p:nvSpPr>
        <p:spPr bwMode="auto">
          <a:xfrm>
            <a:off x="3886200" y="5105400"/>
            <a:ext cx="52070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264" tIns="45632" rIns="91264" bIns="45632">
            <a:spAutoFit/>
          </a:bodyPr>
          <a:lstStyle>
            <a:lvl1pPr eaLnBrk="0" hangingPunct="0">
              <a:spcBef>
                <a:spcPct val="20000"/>
              </a:spcBef>
              <a:buClr>
                <a:srgbClr val="FD7347"/>
              </a:buClr>
              <a:buChar char="•"/>
              <a:defRPr sz="2400">
                <a:solidFill>
                  <a:srgbClr val="595959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D7347"/>
              </a:buClr>
              <a:buChar char="•"/>
              <a:defRPr sz="2000">
                <a:solidFill>
                  <a:srgbClr val="595959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D7347"/>
              </a:buClr>
              <a:buChar char="•"/>
              <a:defRPr>
                <a:solidFill>
                  <a:srgbClr val="595959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Rotating field in the plane f = 10-100 Hz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Constant field normal to the plane</a:t>
            </a:r>
          </a:p>
        </p:txBody>
      </p:sp>
    </p:spTree>
    <p:extLst>
      <p:ext uri="{BB962C8B-B14F-4D97-AF65-F5344CB8AC3E}">
        <p14:creationId xmlns:p14="http://schemas.microsoft.com/office/powerpoint/2010/main" val="121023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71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Microsoft Equation 3.0</vt:lpstr>
      <vt:lpstr>Experimental parameters: ferromagnetic colloid under magnetic field</vt:lpstr>
      <vt:lpstr>Experiment</vt:lpstr>
      <vt:lpstr>Self assembly-variable fields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Experimental parameters: magnetic colloid under magnetic field</dc:title>
  <dc:creator>Fanlong Meng</dc:creator>
  <cp:lastModifiedBy>lo</cp:lastModifiedBy>
  <cp:revision>8</cp:revision>
  <dcterms:created xsi:type="dcterms:W3CDTF">2017-08-01T10:02:56Z</dcterms:created>
  <dcterms:modified xsi:type="dcterms:W3CDTF">2017-09-21T12:12:48Z</dcterms:modified>
</cp:coreProperties>
</file>